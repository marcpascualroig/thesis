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34EA-1E83-BD18-47B1-CE5C32F73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423C3-A5AE-DEF8-C58A-1F337AE3A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1D9C-F357-FC00-4449-7FEC65B4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0E69A-7E8A-8EF4-6A41-0F7F4B15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B69C9-42C7-473C-70CE-41A7508E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7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CD36-209C-9356-C4E5-586EE531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D083-572A-C0FA-1145-D0A725027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51511-FF06-996C-DA31-BE091889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F369C-14E0-1124-BB88-41A55E82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FCD01-5C3F-BFA4-1A73-93FA5D18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1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2F4B-BCAE-D230-C66A-431856AD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B1A5B-854E-9EDA-5897-8088FDCFE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4F53-923E-46D8-72CE-B4A64BB0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C6F65-016F-E1BF-4503-8781B2B4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AA771-34CB-AEDB-52A5-CD651FBD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8CE3-A24D-99BE-578C-2EBCC348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064F7-9FED-7A25-D887-2701E8AA8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9B274-11A9-6E00-E126-1B8CECC5B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3D68-0DB2-2A7C-9945-7A2804D6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B8753-D973-64A0-4091-72E3DB8C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A7FD0-AF5B-5BD5-1DAE-E60EB7A9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0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7705-A00E-7504-F8FC-A19DA96C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0ADC9-7715-A32E-35B5-E64B93660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0064B-C23F-A3AF-B7A6-101A1DB6E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FE36F-D1AE-307F-ED4D-B1E731ABF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B1A3E-4846-25DA-8FE6-80D20156C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6E7B1-23C4-3AB6-C425-4F86E245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55F0B-6B27-0A9C-EB68-B5772F44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1F4AF-E182-E7D0-C536-CA47DBAC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9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90F1-4113-DA8B-62C3-C708E6BD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C0C20-32CD-B454-B698-8BF6B3D7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014AA-D684-3CE5-81F8-CD80573C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239D0-3662-1CFC-9F3F-5FC4FFEA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8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EE6A8-8D3C-013D-F05B-B8EB486F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B14C0-A78B-E8ED-3C64-AC71DF5A3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E94AB-FBBB-9E58-6D95-1920EE84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1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BDAC-55BB-580C-452A-CEDB966D5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5005-7317-7D6D-4CD1-3605A2903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21F84-8BF0-2D7E-B1AE-1BA795E6B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2B3E-3DF9-D93E-AD79-84B09791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58905-A28A-BEE1-50D2-96F8EE19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83DEA-1337-D3FE-0C4D-C9A6F3BD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3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244F-C340-0DEE-BBC6-38D1199DD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C69F9-A29E-EC85-26FE-87D2784B2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D63C2-5601-1777-12BC-2B1E0B97D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41E94-C0E1-CC3D-FEBD-3FFCE25F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F7507-E9F4-FEB1-C6A9-F504D56A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13E95-51B9-2228-BC1A-CDFE1404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4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43F0B-D138-1334-9BD8-D78519DA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8C7F8-548F-86A3-62B6-CA5A88369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AB43E-FAAD-80CA-C462-104C9725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020AE-5DA9-17D2-FEA5-2A990D39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305B-BA62-1DBB-9AB1-6BA7B327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8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FACA7-036D-F775-7B72-3DAD21785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68AF4-AFDB-B2F0-9B08-53F61773F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C49B8-C9D4-56B5-43C4-57061A6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14124-9D74-8F9F-6064-5447E106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D3D9C-5857-9340-C3A0-F233C019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7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EEF9-D3AD-AF5E-A783-B645BFA1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A0E37-2B25-B1DA-8E89-5371AACDD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7C07E-2AF4-43F0-E2B6-3494E5E6C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7FDF6-D2F9-4AEE-A435-87E872C8B19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F1BF3-CFC3-3925-EDAD-D35658413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85BE3-4472-6463-A7B0-8EBF67596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3B7B0-4F6D-4610-8086-EBA37DB7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39D9CE-39D7-E2DF-9338-BD1141D4E3B4}"/>
              </a:ext>
            </a:extLst>
          </p:cNvPr>
          <p:cNvSpPr txBox="1"/>
          <p:nvPr/>
        </p:nvSpPr>
        <p:spPr>
          <a:xfrm>
            <a:off x="1104900" y="1589114"/>
            <a:ext cx="180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1.1. </a:t>
            </a:r>
            <a:r>
              <a:rPr lang="es-ES" dirty="0" err="1"/>
              <a:t>Warm</a:t>
            </a:r>
            <a:r>
              <a:rPr lang="es-ES" dirty="0"/>
              <a:t> Up net 1 and net 2 </a:t>
            </a:r>
            <a:r>
              <a:rPr lang="es-ES" dirty="0" err="1"/>
              <a:t>with</a:t>
            </a:r>
            <a:r>
              <a:rPr lang="es-ES" dirty="0"/>
              <a:t> CE </a:t>
            </a:r>
            <a:r>
              <a:rPr lang="es-ES" dirty="0" err="1"/>
              <a:t>loss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EA77E-777F-511D-3168-76F502DB4CE3}"/>
              </a:ext>
            </a:extLst>
          </p:cNvPr>
          <p:cNvSpPr txBox="1"/>
          <p:nvPr/>
        </p:nvSpPr>
        <p:spPr>
          <a:xfrm>
            <a:off x="1104900" y="2839819"/>
            <a:ext cx="180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1.2. GMM </a:t>
            </a:r>
            <a:r>
              <a:rPr lang="es-ES" dirty="0" err="1"/>
              <a:t>loss</a:t>
            </a:r>
            <a:r>
              <a:rPr lang="es-ES" dirty="0"/>
              <a:t>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divide data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B190F-C3CC-B59F-D146-DF396DF2ADEA}"/>
              </a:ext>
            </a:extLst>
          </p:cNvPr>
          <p:cNvSpPr txBox="1"/>
          <p:nvPr/>
        </p:nvSpPr>
        <p:spPr>
          <a:xfrm>
            <a:off x="3743324" y="1238548"/>
            <a:ext cx="180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2.1. GMM </a:t>
            </a:r>
            <a:r>
              <a:rPr lang="es-ES" dirty="0" err="1"/>
              <a:t>loss</a:t>
            </a:r>
            <a:r>
              <a:rPr lang="es-ES" dirty="0"/>
              <a:t>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divide data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76FA9-D637-8A7A-B93C-291789895AAB}"/>
              </a:ext>
            </a:extLst>
          </p:cNvPr>
          <p:cNvSpPr txBox="1"/>
          <p:nvPr/>
        </p:nvSpPr>
        <p:spPr>
          <a:xfrm>
            <a:off x="3743325" y="2295525"/>
            <a:ext cx="180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2.2. </a:t>
            </a:r>
            <a:r>
              <a:rPr lang="es-ES" dirty="0" err="1"/>
              <a:t>Separate</a:t>
            </a:r>
            <a:r>
              <a:rPr lang="es-ES" dirty="0"/>
              <a:t> </a:t>
            </a:r>
            <a:r>
              <a:rPr lang="es-ES" dirty="0" err="1"/>
              <a:t>clean</a:t>
            </a:r>
            <a:r>
              <a:rPr lang="es-ES" dirty="0"/>
              <a:t> and </a:t>
            </a:r>
            <a:r>
              <a:rPr lang="es-ES" dirty="0" err="1"/>
              <a:t>noisy</a:t>
            </a:r>
            <a:r>
              <a:rPr lang="es-ES" dirty="0"/>
              <a:t> data (</a:t>
            </a:r>
            <a:r>
              <a:rPr lang="es-ES" dirty="0" err="1"/>
              <a:t>window</a:t>
            </a:r>
            <a:r>
              <a:rPr lang="es-ES" dirty="0"/>
              <a:t> </a:t>
            </a:r>
            <a:r>
              <a:rPr lang="es-ES" dirty="0" err="1"/>
              <a:t>strategy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AB169-6134-47A0-7E51-CF5C4F566277}"/>
              </a:ext>
            </a:extLst>
          </p:cNvPr>
          <p:cNvSpPr txBox="1"/>
          <p:nvPr/>
        </p:nvSpPr>
        <p:spPr>
          <a:xfrm>
            <a:off x="3743324" y="3613752"/>
            <a:ext cx="1800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2.3. Co divide + </a:t>
            </a:r>
            <a:r>
              <a:rPr lang="es-ES" dirty="0" err="1"/>
              <a:t>mix</a:t>
            </a:r>
            <a:r>
              <a:rPr lang="es-ES" dirty="0"/>
              <a:t> match semi </a:t>
            </a:r>
            <a:r>
              <a:rPr lang="es-ES" dirty="0" err="1"/>
              <a:t>supervised</a:t>
            </a:r>
            <a:r>
              <a:rPr lang="es-ES" dirty="0"/>
              <a:t> </a:t>
            </a:r>
            <a:r>
              <a:rPr lang="es-ES" dirty="0" err="1"/>
              <a:t>learning</a:t>
            </a:r>
            <a:r>
              <a:rPr lang="es-ES" dirty="0"/>
              <a:t> + contrastive </a:t>
            </a:r>
            <a:r>
              <a:rPr lang="es-ES" dirty="0" err="1"/>
              <a:t>loss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20FBC-EBD3-6855-1CE0-BDAD6AC0CFC3}"/>
              </a:ext>
            </a:extLst>
          </p:cNvPr>
          <p:cNvSpPr txBox="1"/>
          <p:nvPr/>
        </p:nvSpPr>
        <p:spPr>
          <a:xfrm>
            <a:off x="996335" y="455930"/>
            <a:ext cx="180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epoch</a:t>
            </a:r>
            <a:r>
              <a:rPr lang="es-ES" dirty="0"/>
              <a:t> in </a:t>
            </a:r>
            <a:r>
              <a:rPr lang="es-ES" dirty="0" err="1"/>
              <a:t>warmup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550AF-B03D-6757-ED1E-66811B72986F}"/>
              </a:ext>
            </a:extLst>
          </p:cNvPr>
          <p:cNvSpPr txBox="1"/>
          <p:nvPr/>
        </p:nvSpPr>
        <p:spPr>
          <a:xfrm>
            <a:off x="3743323" y="474319"/>
            <a:ext cx="1472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epoch</a:t>
            </a:r>
            <a:r>
              <a:rPr lang="es-ES" dirty="0"/>
              <a:t> in SS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PASCUAL ROIG</dc:creator>
  <cp:lastModifiedBy>MARC PASCUAL ROIG</cp:lastModifiedBy>
  <cp:revision>1</cp:revision>
  <dcterms:created xsi:type="dcterms:W3CDTF">2025-02-26T11:20:41Z</dcterms:created>
  <dcterms:modified xsi:type="dcterms:W3CDTF">2025-02-26T11:28:18Z</dcterms:modified>
</cp:coreProperties>
</file>